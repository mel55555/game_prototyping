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E692C9-0F83-F8AF-C149-9D1531508BF6}" v="19" dt="2026-02-27T17:06:24.740"/>
    <p1510:client id="{3B47D8C8-FC32-5F10-20AC-320E2A94EB93}" v="9" dt="2026-02-27T17:07:52.8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Design Document Prototype #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Name:</a:t>
            </a:r>
          </a:p>
          <a:p>
            <a:r>
              <a:rPr lang="en-GB"/>
              <a:t>Username: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64A8C-3F8A-792F-7D2C-87AB26E05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Mechanics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7E0FB-48DD-E482-A78D-42D73DD2E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751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4260-5048-AF1A-16A2-B40C41058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7FE6-16EC-26AB-3D8D-74EB7C0BE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Objectives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3095E-1D3A-2015-3DC7-EE63620A1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4867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4712A-3635-22DA-7CA9-3E2939D88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15415-56F2-5043-6AC4-15DE3D57B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ore Gameplay Loop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3D657-B80F-65A6-F8A8-5011AC959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781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278E4-B02D-B332-A647-0BAE811B5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2647A-8605-A28B-F239-6A5226AAC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Level Design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19920-F8D1-9785-37BF-E2E11DCC1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794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BF76585360BE4BB8D976A1E44FFC30" ma:contentTypeVersion="18" ma:contentTypeDescription="Create a new document." ma:contentTypeScope="" ma:versionID="7c59910c12023bee1b27b186e223e50d">
  <xsd:schema xmlns:xsd="http://www.w3.org/2001/XMLSchema" xmlns:xs="http://www.w3.org/2001/XMLSchema" xmlns:p="http://schemas.microsoft.com/office/2006/metadata/properties" xmlns:ns2="45c0638f-8904-45ab-b124-b1f7ff451179" xmlns:ns3="ac1d6235-51e3-4a29-8ef4-963eeebbd849" targetNamespace="http://schemas.microsoft.com/office/2006/metadata/properties" ma:root="true" ma:fieldsID="165ca278d637240406c07d5ce241e246" ns2:_="" ns3:_="">
    <xsd:import namespace="45c0638f-8904-45ab-b124-b1f7ff451179"/>
    <xsd:import namespace="ac1d6235-51e3-4a29-8ef4-963eeebbd8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Topics" minOccurs="0"/>
                <xsd:element ref="ns2:MediaServiceLocation" minOccurs="0"/>
                <xsd:element ref="ns2:MediaServiceSearchProperties" minOccurs="0"/>
                <xsd:element ref="ns2:MediaServiceBillingMetadata" minOccurs="0"/>
                <xsd:element ref="ns2: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c0638f-8904-45ab-b124-b1f7ff4511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9151cd1a-81c0-4f7e-8bca-7c9d41dcf3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Topics" ma:index="21" nillable="true" ma:displayName="Topics" ma:format="Dropdown" ma:internalName="Topics">
      <xsd:simpleType>
        <xsd:restriction base="dms:Text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  <xsd:element name="Details" ma:index="25" nillable="true" ma:displayName="Details" ma:format="Dropdown" ma:internalName="Details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1d6235-51e3-4a29-8ef4-963eeebbd84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edadf58-48e6-41c9-9b5a-4b8859450888}" ma:internalName="TaxCatchAll" ma:showField="CatchAllData" ma:web="ac1d6235-51e3-4a29-8ef4-963eeebbd8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opics xmlns="45c0638f-8904-45ab-b124-b1f7ff451179" xsi:nil="true"/>
    <TaxCatchAll xmlns="ac1d6235-51e3-4a29-8ef4-963eeebbd849" xsi:nil="true"/>
    <Details xmlns="45c0638f-8904-45ab-b124-b1f7ff451179" xsi:nil="true"/>
    <lcf76f155ced4ddcb4097134ff3c332f xmlns="45c0638f-8904-45ab-b124-b1f7ff45117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4B3223B-FF4B-4B67-BA0C-E991AF7111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1C47650-4E4A-4035-B557-A10E12AFEA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c0638f-8904-45ab-b124-b1f7ff451179"/>
    <ds:schemaRef ds:uri="ac1d6235-51e3-4a29-8ef4-963eeebbd8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98F67B6-09AD-4EDF-86E3-49986AE26E58}">
  <ds:schemaRefs>
    <ds:schemaRef ds:uri="http://schemas.microsoft.com/office/2006/metadata/properties"/>
    <ds:schemaRef ds:uri="http://schemas.microsoft.com/office/infopath/2007/PartnerControls"/>
    <ds:schemaRef ds:uri="45c0638f-8904-45ab-b124-b1f7ff451179"/>
    <ds:schemaRef ds:uri="ac1d6235-51e3-4a29-8ef4-963eeebbd84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Design Document Prototype #</vt:lpstr>
      <vt:lpstr>Mechanics</vt:lpstr>
      <vt:lpstr>Objectives</vt:lpstr>
      <vt:lpstr>ore Gameplay Loop</vt:lpstr>
      <vt:lpstr>Level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</cp:revision>
  <dcterms:created xsi:type="dcterms:W3CDTF">2026-02-27T17:05:57Z</dcterms:created>
  <dcterms:modified xsi:type="dcterms:W3CDTF">2026-03-02T10:17:17Z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0x010100F3BF76585360BE4BB8D976A1E44FFC30</vt:lpwstr>
  </property>
  <property fmtid="{D5CDD505-2E9C-101B-9397-08002B2CF9AE}" pid="3" name="MediaServiceImageTags">
    <vt:lpwstr/>
  </property>
</Properties>
</file>